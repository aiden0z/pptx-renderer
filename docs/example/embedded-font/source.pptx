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embeddedFontLst>
    <p:embeddedFont>
      <p:font typeface="Be Vietnam Pro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BeVietnamPro-regular.fntdata"/><Relationship Id="rId9" Type="http://schemas.openxmlformats.org/officeDocument/2006/relationships/font" Target="fonts/BeVietnamPro-bold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  <a:latin typeface="Be Vietnam Pro"/>
              </a:rPr>
              <a:t>Embedded font from the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Be Vietnam Pro"/>
              </a:rPr>
              <a:t>Tiếng Việt giữ đúng kiểu chữ mà không cần cài font trong ứng dụng.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521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2524"/>
                </a:solidFill>
                <a:latin typeface="Be Vietnam Pro"/>
              </a:rPr>
              <a:t>Source sprite (uncropped)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417320"/>
            <a:ext cx="4389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2524"/>
                </a:solidFill>
                <a:latin typeface="Be Vietnam Pro"/>
              </a:rPr>
              <a:t>Same bitmap, three OOXML crops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212080" cy="14630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rcRect r="66667"/>
          <a:stretch>
            <a:fillRect/>
          </a:stretch>
        </p:blipFill>
        <p:spPr>
          <a:xfrm>
            <a:off x="7223760" y="1828800"/>
            <a:ext cx="4343400" cy="12344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rcRect l="33333" r="33333"/>
          <a:stretch>
            <a:fillRect/>
          </a:stretch>
        </p:blipFill>
        <p:spPr>
          <a:xfrm>
            <a:off x="7223760" y="3383280"/>
            <a:ext cx="4343400" cy="12344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rcRect l="66667"/>
          <a:stretch>
            <a:fillRect/>
          </a:stretch>
        </p:blipFill>
        <p:spPr>
          <a:xfrm>
            <a:off x="7223760" y="4937760"/>
            <a:ext cx="434340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21792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Be Vietnam Pro"/>
              </a:rPr>
              <a:t>Expected: the left image stays a horizontal sprite; the right images stay three full-width vertical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pptx-renderer image crop CSS reset regression</dc:title>
  <dc:subject>OOXML srcRect rendering under host CSS resets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