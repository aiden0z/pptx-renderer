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1917"/>
                </a:solidFill>
                <a:latin typeface="Arial"/>
              </a:rPr>
              <a:t>Image crop vs host CSS reset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Arial"/>
              </a:rPr>
              <a:t>The renderer must own bitmap dimensions even when the host applies img { max-width: 100%; height: auto }.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5212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2524"/>
                </a:solidFill>
                <a:latin typeface="Arial"/>
              </a:rPr>
              <a:t>Source sprite (uncropped)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0" y="1417320"/>
            <a:ext cx="4389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2524"/>
                </a:solidFill>
                <a:latin typeface="Arial"/>
              </a:rPr>
              <a:t>Same bitmap, three OOXML crops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5212080" cy="14630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rcRect r="66667"/>
          <a:stretch>
            <a:fillRect/>
          </a:stretch>
        </p:blipFill>
        <p:spPr>
          <a:xfrm>
            <a:off x="7223760" y="1828800"/>
            <a:ext cx="4343400" cy="12344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rcRect l="33333" r="33333"/>
          <a:stretch>
            <a:fillRect/>
          </a:stretch>
        </p:blipFill>
        <p:spPr>
          <a:xfrm>
            <a:off x="7223760" y="3383280"/>
            <a:ext cx="4343400" cy="123444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rcRect l="66667"/>
          <a:stretch>
            <a:fillRect/>
          </a:stretch>
        </p:blipFill>
        <p:spPr>
          <a:xfrm>
            <a:off x="7223760" y="4937760"/>
            <a:ext cx="4343400" cy="1234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21792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7534E"/>
                </a:solidFill>
                <a:latin typeface="Arial"/>
              </a:rPr>
              <a:t>Expected: the left image stays a horizontal sprite; the right images stay three full-width vertical cards.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pptx-renderer image crop CSS reset regression</dc:title>
  <dc:subject>OOXML srcRect rendering under host CSS resets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