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914400"/>
          <a:ext cx="9144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914400">
                <a:tc>
                  <a:txBody>
                    <a:bodyPr/>
                    <a:lstStyle/>
                    <a:p>
                      <a:r>
                        <a:t>Wide table cell remains visible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B1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A2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